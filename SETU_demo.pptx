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Hyderabad Monsoon Flood-Risk Model &amp; Japanese Intervention Planner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3886200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5B8DE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38862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145 GHMC wards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971800" y="388620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4CAF5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971800" y="38862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2020-validated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3886200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9B6BD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0" y="38862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AI-grounded Q&amp;A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India–Japan Innovation Hackathon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isn't a hypothetical pairing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Telangana is already at Japan's door for exactly this kind of infrastructure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1D253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084832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3017520" y="2084832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Telangana CM Revanth Reddy travels to Tokyo, meets JICA (Japan International Cooperation Agency) leadership directly.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33756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1D253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3502152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3017520" y="3502152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+ technical support for Hyderabad Metro Phase 2 and — critically — Musi River rejuvenation, the city's core flood-management corridor.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75488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1D253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4919472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Japan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017520" y="4919472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century of monsoon-country flood engineering: retention basins, permeable surfaces, underground storage tunnels — proven at city scale.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 answers the natural next question: where in the city, and with which specific method?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October 2020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1-in-117-year event that overwhelmed the city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1D253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23317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08E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 mm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1546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 in 24h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Begumpet (IMD)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210312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1D253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74720" y="23317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08E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9+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31546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deaths across the city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during the flood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210312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1D253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63640" y="23317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08E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~34 km²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31546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inundated area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15400" y="210312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1D253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052560" y="23317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08E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1-in-117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9052560" y="31546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event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(RMSI advisory)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251960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1D253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44348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Gurram Cheruvu (Balapur lake) bund breach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80060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single deadliest mechanism — a lake bund failed and submerged the Chandrayangutta/Falaknuma belt. Not every part of the disaster was simple rainfall pooling, and our model is honest about that distinction.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SETU does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things, in one flow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3566160" cy="3749040"/>
          </a:xfrm>
          <a:prstGeom prst="roundRect">
            <a:avLst>
              <a:gd name="adj" fmla="val 2051"/>
            </a:avLst>
          </a:prstGeom>
          <a:solidFill>
            <a:srgbClr val="1D2536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377440"/>
            <a:ext cx="548640" cy="54864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1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063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56616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rainfall (25–300 mm) and watch flood depth rise, ward by ward, spreading downhill exactly as water would.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2057400"/>
            <a:ext cx="3566160" cy="3749040"/>
          </a:xfrm>
          <a:prstGeom prst="roundRect">
            <a:avLst>
              <a:gd name="adj" fmla="val 2051"/>
            </a:avLst>
          </a:prstGeom>
          <a:solidFill>
            <a:srgbClr val="1D2536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2377440"/>
            <a:ext cx="548640" cy="54864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1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063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56616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flooded ward gets ranked Japanese interventions — cost, build time, impact — matched to what that ward actually needs.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2057400"/>
            <a:ext cx="3566160" cy="3749040"/>
          </a:xfrm>
          <a:prstGeom prst="roundRect">
            <a:avLst>
              <a:gd name="adj" fmla="val 2051"/>
            </a:avLst>
          </a:prstGeom>
          <a:solidFill>
            <a:srgbClr val="1D2536"/>
          </a:solidFill>
          <a:ln/>
        </p:spPr>
      </p:sp>
      <p:sp>
        <p:nvSpPr>
          <p:cNvPr id="15" name="Shape 13"/>
          <p:cNvSpPr/>
          <p:nvPr/>
        </p:nvSpPr>
        <p:spPr>
          <a:xfrm>
            <a:off x="8458200" y="2377440"/>
            <a:ext cx="548640" cy="548640"/>
          </a:xfrm>
          <a:prstGeom prst="ellipse">
            <a:avLst/>
          </a:prstGeom>
          <a:solidFill>
            <a:srgbClr val="9B6BD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5820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1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458200" y="3063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458200" y="356616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 advisor per ward answers free-text questions, grounded in that ward's own precomputed flood data — not a generic chatbot.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it's built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scripts, one linear pipeline — run once, ship static JSON to the browser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777240" cy="658368"/>
          </a:xfrm>
          <a:prstGeom prst="roundRect">
            <a:avLst>
              <a:gd name="adj" fmla="val 8333"/>
            </a:avLst>
          </a:prstGeom>
          <a:solidFill>
            <a:srgbClr val="27304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74520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901952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154680" y="1901952"/>
            <a:ext cx="8458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Pulls the DEM (30m elevation), roads, hospitals, water bodies for Hyderabad from OpenTopography + OSM.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633472"/>
            <a:ext cx="777240" cy="658368"/>
          </a:xfrm>
          <a:prstGeom prst="roundRect">
            <a:avLst>
              <a:gd name="adj" fmla="val 8333"/>
            </a:avLst>
          </a:prstGeom>
          <a:solidFill>
            <a:srgbClr val="27304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633472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660904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154680" y="2660904"/>
            <a:ext cx="8458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Computes per-ward elevation, slope, ponding fraction, area, and which wards are neighbours — from the raw DEM.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392424"/>
            <a:ext cx="777240" cy="658368"/>
          </a:xfrm>
          <a:prstGeom prst="roundRect">
            <a:avLst>
              <a:gd name="adj" fmla="val 8333"/>
            </a:avLst>
          </a:prstGeom>
          <a:solidFill>
            <a:srgbClr val="27304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392424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3419856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flood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154680" y="3419856"/>
            <a:ext cx="8458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model. Scores every ward's flood susceptibility, runs rainfall → runoff → drainage → ponding → spill for each scenario, calibrates against 2020.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151376"/>
            <a:ext cx="777240" cy="658368"/>
          </a:xfrm>
          <a:prstGeom prst="roundRect">
            <a:avLst>
              <a:gd name="adj" fmla="val 8333"/>
            </a:avLst>
          </a:prstGeom>
          <a:solidFill>
            <a:srgbClr val="27304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151376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178808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154680" y="4178808"/>
            <a:ext cx="8458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 flooded roads from the network graph; recomputes nearest-hospital distance per ward per scenario.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910328"/>
            <a:ext cx="777240" cy="658368"/>
          </a:xfrm>
          <a:prstGeom prst="roundRect">
            <a:avLst>
              <a:gd name="adj" fmla="val 8333"/>
            </a:avLst>
          </a:prstGeom>
          <a:solidFill>
            <a:srgbClr val="27304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4910328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4937760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154680" y="4937760"/>
            <a:ext cx="8458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Matches each flooded ward's profile against the Japanese intervention library; ranks by fit.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669280"/>
            <a:ext cx="777240" cy="658368"/>
          </a:xfrm>
          <a:prstGeom prst="roundRect">
            <a:avLst>
              <a:gd name="adj" fmla="val 8333"/>
            </a:avLst>
          </a:prstGeom>
          <a:solidFill>
            <a:srgbClr val="27304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5669280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p6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508760" y="5696712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3154680" y="5696712"/>
            <a:ext cx="8458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Flattens everything into small JSON files the static frontend reads — no server needed except the AI proxy.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formulas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ward uses the same equations — nothing is hand-tuned per ward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1D253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103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Flood susceptibility (0–1 per ward)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51460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0.38·water + 0.30·elev + 0.16·slope + 0.16·pond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term is a percentile RANK (0=safe, 1=worst) across all 145 wards — not a raw number — so every ward is compared on the same scale.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water — closeness to a lake/tank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elev  — how low the ward sits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slope — how flat it is (flat = pools)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pond  — fraction of ward below its own mean elevation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87452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1D253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37960" y="2103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Per-scenario water balance (per ward)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51460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runoff  = rain_mm · area · runoff_c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drain   = drain_cap · (1.45 − 1.17·s) · area · 6h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     = runoff + inflow_from_upstream − drain
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net fits in the ward's low ground → it ponds there.
If net overflows → the excess spills downhill into the
next-lowest neighbouring ward, cascading through the
whole city in one elevation-ordered pass.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E08E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Flooded  ⇔  depth ≥ 0.12 m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Calibration, not guesswork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global knobs — runoff_coefficient and drain_capacity — tuned by grid search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1828800"/>
          </a:xfrm>
          <a:prstGeom prst="roundRect">
            <a:avLst>
              <a:gd name="adj" fmla="val 4000"/>
            </a:avLst>
          </a:prstGeom>
          <a:solidFill>
            <a:srgbClr val="1D253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search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6888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(runoff_c, drain_capacity) pair is run at 192 mm — the real 2020 rainfall — and scored on how well it reproduces the documented 2020 flooded wards, while penalising any pair that floods an implausible share of the city.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977640"/>
            <a:ext cx="11064240" cy="2148840"/>
          </a:xfrm>
          <a:prstGeom prst="roundRect">
            <a:avLst>
              <a:gd name="adj" fmla="val 3404"/>
            </a:avLst>
          </a:prstGeom>
          <a:solidFill>
            <a:srgbClr val="1D253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416052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0.50·recall(high-conf) + 0.32·recall(high+medium) + 0.18·precision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70916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recall(high-conf)  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AA5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did we catch the wards where people died / were rescued?
</a:t>
            </a:r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recall(high+medium)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AA5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broader documented coverage
</a:t>
            </a:r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precision          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AA5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of what we flood, how much is actually documented (fights false positives)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against October 2020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numbers — including what we don't catch, and why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4CAF5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77824" y="18288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 hit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840480" y="187452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E08E2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169664" y="18288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misses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132320" y="187452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9B6BD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61504" y="18288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flags, unconfirmed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1D253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2560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192 mm (the 2020 rainfall)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297180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documented wards</a:t>
            </a:r>
            <a:pPr indent="0" marL="0">
              <a:buNone/>
            </a:pPr>
            <a:r>
              <a:rPr lang="en-US" sz="125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from 2020 news coverage · </a:t>
            </a:r>
            <a:pPr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high-confidence</a:t>
            </a:r>
            <a:pPr indent="0" marL="0">
              <a:buNone/>
            </a:pPr>
            <a:r>
              <a:rPr lang="en-US" sz="125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(deaths / rescues) · </a:t>
            </a:r>
            <a:pPr indent="0" marL="0">
              <a:buNone/>
            </a:pPr>
            <a:r>
              <a:rPr lang="en-US" sz="125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~145 wards modelled citywide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33832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flags a physically plausible, concentrated flood zone (~20% of the city) — not a city-wide wash — and reports both hits and misses openly rather than hiding them.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297680"/>
            <a:ext cx="11064240" cy="1828800"/>
          </a:xfrm>
          <a:prstGeom prst="roundRect">
            <a:avLst>
              <a:gd name="adj" fmla="val 4000"/>
            </a:avLst>
          </a:prstGeom>
          <a:solidFill>
            <a:srgbClr val="24140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446227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8E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documented deaths are structural collapses, not floods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484632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Hafeezpet: a house collapsed. Balanagar: a factory wall collapsed. Both deaths happened during the storm — but a ward-level flood-depth model has no way to predict a wall failing. We call this out ourselves: it's a stated scope boundary, not a hidden gap.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AI, not a generic chatbot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ward has its own advisor, briefed on that ward's own data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6126480" cy="4023360"/>
          </a:xfrm>
          <a:prstGeom prst="roundRect">
            <a:avLst>
              <a:gd name="adj" fmla="val 1818"/>
            </a:avLst>
          </a:prstGeom>
          <a:solidFill>
            <a:srgbClr val="1D253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194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B6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it's grounded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2752344"/>
            <a:ext cx="91440" cy="91440"/>
          </a:xfrm>
          <a:prstGeom prst="ellipse">
            <a:avLst/>
          </a:prstGeom>
          <a:solidFill>
            <a:srgbClr val="9B6BD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260604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"why this method?", "why was X rejected?", or type a free question.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3803904"/>
            <a:ext cx="91440" cy="91440"/>
          </a:xfrm>
          <a:prstGeom prst="ellipse">
            <a:avLst/>
          </a:prstGeom>
          <a:solidFill>
            <a:srgbClr val="9B6BD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3000" y="365760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request sends that ward's precomputed profile — elevation, flood depth, nearest hospital, ranked interventions — as context to Groq before it answers.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4855464"/>
            <a:ext cx="91440" cy="91440"/>
          </a:xfrm>
          <a:prstGeom prst="ellipse">
            <a:avLst/>
          </a:prstGeom>
          <a:solidFill>
            <a:srgbClr val="9B6BD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43000" y="470916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are grounded in the model's own numbers, not invented on the fly.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949440" y="1965960"/>
            <a:ext cx="4663440" cy="4023360"/>
          </a:xfrm>
          <a:prstGeom prst="roundRect">
            <a:avLst>
              <a:gd name="adj" fmla="val 1818"/>
            </a:avLst>
          </a:prstGeom>
          <a:solidFill>
            <a:srgbClr val="1D253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269480" y="21945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it's safe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269480" y="2697480"/>
            <a:ext cx="4023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5F7FA"/>
                </a:solidFill>
              </a:rPr>
              <a:t>Key stays server-side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5B8"/>
                </a:solidFill>
              </a:rPr>
              <a:t>A small local proxy calls Groq — the API key never reaches the browser.
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5F7FA"/>
                </a:solidFill>
              </a:rPr>
              <a:t>Fails gracefully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5B8"/>
                </a:solidFill>
              </a:rPr>
              <a:t>If the AI is unreachable, the app still shows the full static explanation — only the free-text Q&amp;A pauses.
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5F7FA"/>
                </a:solidFill>
              </a:rPr>
              <a:t>Cheap to demo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5B8"/>
                </a:solidFill>
              </a:rPr>
              <a:t>Groq's inference speed keeps ward Q&amp;A near-instant on stage.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we're upfront about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these before judges ask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D253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8E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474720" y="210312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Ward-level, not street-level — GHMC's private storm-drain network isn't public data.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172968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D253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3310128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8E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sample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3310128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wards from news coverage, not a full damage survey — purple (unconfirmed) wards are plausible, not proven wrong.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379976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D253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4517136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8E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type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4517136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 was partly a tank-bund breach — a different mechanism from everyday rainfall pooling, which is what this model targets.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586984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D253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5724144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8E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Intervention effect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474720" y="5724144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modelled planning-stage estimate, not a hydraulic re-simulation of the fix.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2860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2004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the rainfall. Click a flooded ward. Ask it why.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411480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5B8DE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41148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2026-09-18T01:20:15Z</dcterms:created>
  <dcterms:modified xsi:type="dcterms:W3CDTF">2026-09-18T01:20:15Z</dcterms:modified>
</cp:coreProperties>
</file>